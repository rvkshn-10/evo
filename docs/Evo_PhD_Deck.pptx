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0" b="1">
                <a:solidFill>
                  <a:srgbClr val="FFFFFF"/>
                </a:solidFill>
              </a:defRPr>
            </a:pPr>
            <a:r>
              <a:t>Evo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8BDF8"/>
                </a:solidFill>
              </a:defRPr>
            </a:pPr>
            <a:r>
              <a:t>Evacuation intelligence · multimodal hazard fusion · hybrid ML inference</a:t>
            </a:r>
          </a:p>
          <a:p>
            <a:pPr>
              <a:spcAft>
                <a:spcPts val="600"/>
              </a:spcAft>
              <a:defRPr sz="1800">
                <a:solidFill>
                  <a:srgbClr val="38BDF8"/>
                </a:solidFill>
              </a:defRPr>
            </a:pPr>
            <a:r>
              <a:t>evac-evo.vercel.app · github.com/rvkshn-10/Evo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Operational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How Evo helps people in emergencies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Fuses live hazard telemetry with site occupancy to estimate evacuation success and duration per campus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Surfaces high-risk monitoring spots before drills or real events — density, occupancy, hazard proximity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Single geospatial dashboard for dispatchers, safety officers, and researchers (not fragmented feeds)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Sub-second ONNX/OpenVINO inference on edge CPU or Intel Neural Compute Stick for local deployments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Longitudinal disaster history for after-action review, export to SQL/CSV for institutional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pic>
        <p:nvPicPr>
          <p:cNvPr id="3" name="Picture 2" descr="diagram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338560" cy="61268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Evo · evac-evo.vercel.app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Frontend: Vercel hosts static Vite build (web/dist) at evac-evo.vercel.app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vercel.json rewrites /api/* → Oracle VM FastAPI :8092 (TLS at Vercel edge)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Backend: Oracle Always Free ARM Ubuntu — python3 main.py via systemd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CORS: CORS_ORIGINS + *.vercel.app regex in main.py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History DB: SQLite locally; Neon Postgres optional via DATABASE_URL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Split keeps heavy Python/ML off serverless; UI deploys on every git push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Backend data pipeline</a:t>
            </a:r>
          </a:p>
        </p:txBody>
      </p:sp>
      <p:pic>
        <p:nvPicPr>
          <p:cNvPr id="3" name="Picture 2" descr="diagram-data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338560" cy="45081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Evo · evac-evo.vercel.app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dashboard</a:t>
            </a:r>
          </a:p>
        </p:txBody>
      </p:sp>
      <p:pic>
        <p:nvPicPr>
          <p:cNvPr id="3" name="Picture 2" descr="04-dashboard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155680" cy="157960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Leaflet map · hazard layers · predictions table · run modes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Multimodal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NOAA/NWS — CAP alerts, severity, polygons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USGS — significant quakes + EEW candidates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GDACS — global disaster context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NASA FIRMS — wildfire thermal hotspots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FEMA IPAWS — public alert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PeopleSense — occupancy Count, Density, Volatility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FCUSD reference corpus — 4,082 labeled evacuation rows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Monitoring spots — GPS, category, GGV2 match rules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Hazard feature builder — severity, magnitude, distance, depth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All merged into a fixed-length feature vector per site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Alert ingestion &amp;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GovernmentFeedSync polls feeds → output/feeds/last_sync.json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AlertProcessor.collect_live_hazards() — single-pass per dashboard request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Per-alert: PeopleSense overlay → nearest hazard to spot → EvacuationPredictor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Auto-deploy: Extreme/Severe NOAA + EEW → PeopleSense event POST (if enabled)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Risk band: high if evac_rate &lt; 0.9 OR density &gt; 0.85 OR occupancy &gt; 1500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Published: GET /api/dashboard JSON + optional disaster_history snapshot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Geospatial map (Leaflet)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Base: OpenStreetMap tiles; center from quakes or Sacramento default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Heatmap layer: earthquake intensity (L.heatLayer) — toggleable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Markers: cyan monitoring spots, yellow quake epicenters, red/orange hazard zones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Filter matrix: earthquake, wildfire, flood, tornado, tsunami, severe_weather, monitoring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hazard_category assigned server-side in AlertProcessor._hazard_category()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Run modes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sync — feed refresh + k-NN predictions + history (default, no LLM cost)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evo — Evo 1.2 hybrid ONNX/OpenVINO inference + history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evo13 — research estimator with enriched reference + optional Evo 1.3 artifacts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external_ai — sync + Gemini→OpenAI narrative summary (RAG-style briefing)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broadcast — full 7-agent LangChain pipeline (does not write disaster history)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Run mode: Sync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POST /api/alerts/sync?mode=sync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EvacuationPredictor: weighted k-NN (k=25) over reference JSON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Distance metric: scenario + category + occupancy/density covariates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No OpenAI/Gemini — suitable for continuous monitoring without API spend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Persists snapshot to SQLite/Neon via save_dashboard_snapshot()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Run mode: Evo 1.2 hybrid (production)</a:t>
            </a:r>
          </a:p>
        </p:txBody>
      </p:sp>
      <p:pic>
        <p:nvPicPr>
          <p:cNvPr id="3" name="Picture 2" descr="diagram-evo-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669280" cy="24233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Dual-head ensemble: MLP + LightGBM (OOF average)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10 numeric + categorical features → StandardScaler + one-hot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Hybrid policy: k-NN for success/risk; neural for time at Train Station hubs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5-fold StratifiedGroupKFold CV; synthetic augmentation grouped by row_id</a:t>
            </a:r>
          </a:p>
          <a:p>
            <a:pPr>
              <a:defRPr sz="1500">
                <a:solidFill>
                  <a:srgbClr val="E2E8F0"/>
                </a:solidFill>
              </a:defRPr>
            </a:pPr>
            <a:r>
              <a:t>Exported ONNX + OpenVINO IR from Colab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Evo 1.3 — synthetic demo trained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complete_research_demo · production promotion disabled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Preflight passed: 12 PeopleSense rows + 6 synthetic drill outcomes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Selected: MLP + LightGBM OOF ensemble (mlp_lightgbm_oof_average)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Success MAE 1.657% ✅ · Success R² 0.185 ❌ · Time MAE 0.873 min ✅ · Time R² 0.596 ❌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ONNX parity ✅ · OpenVINO parity ❌ → research runtime uses verified ONNX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Classification: DATA_CEILING · keep_evo1.2_hybrid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Artifacts in models/evo1.3/ — illustrative until real drill labels replace synthetic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Run mode: External AI (RAG-style briefing)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After dashboard build: generate_intelligence_summary() via llm_router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Retrieval context: alert headlines, quake counts, high-risk spot tally from live JSON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Generation: Gemini 2.0 Flash → OpenAI mini → GPT-4o failover chain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Output: 4–6 sentence operational briefing in API response (not stored in history DB)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Analogous to RAG: structured telemetry retrieved first, then LLM synthesis — not fine-tuned on FCUSD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Run mode: Full broadcast</a:t>
            </a:r>
          </a:p>
        </p:txBody>
      </p:sp>
      <p:pic>
        <p:nvPicPr>
          <p:cNvPr id="3" name="Picture 2" descr="diagram-broad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155680" cy="51198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7 GPT-4o agents · HeyGen-ready script output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Training pipeline (Google Colab)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model_training/evo1_2/train_evo1_2.py — hazard seed + reference rows + grouped CV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Requirements: numpy, pandas, scikit-learn, torch, lightgbm, onnx, openvino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Notebook: model_training/evo1_2/ (export to docs/colab/)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Artifacts → models/evo1.2/: evo1.2.onnx, openvino/, metrics.json, validation_report.json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Quality gates: MAE, R², baseline beats, ONNX/OpenVINO parity, p95 &lt; 10 ms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Phase B (Evo 1.3): drill-aligned PeopleSense + real_outcomes.json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 validation status (Phase 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Success MAE 1.647% (pass &lt; 2%) · Success R² 0.184 (fail ≥ 0.25)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Time MAE 0.830 min (pass) · Time R² 0.636 (fail ≥ 0.75)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OpenVINO p95 0.341 ms (pass) · Classification: DATA_CEILING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Interpretation: live covariates lack evacuation outcome labels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Production policy: hybrid k-NN success + neural time at transit categories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 panel — live inference UI</a:t>
            </a:r>
          </a:p>
        </p:txBody>
      </p:sp>
      <p:pic>
        <p:nvPicPr>
          <p:cNvPr id="3" name="Picture 2" descr="02-model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6858000" cy="97106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280160"/>
            <a:ext cx="4206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◈ Model button opens modal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Live DAG: Ingest → Encode → MLP/LGBM → Merge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Animated packets = inference trace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Hover edges for raw→scaled values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Polls /api/evo/live-flow every 2.8s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Cross-validation loss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Train loss (blue): combined MLP training error per epoch — rapid initial descent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Val loss (gray): held-out fold error — plateau indicates generalization limit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Divergence → overfitting; parallel tracks → data ceiling (limited labeled outcomes)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Curves from metrics.json — grouped StratifiedGroupKFold, not a single holdout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Gates require val MAE/R² thresholds before model promotion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Metrics in the model modal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Success MAE — mean abs error on evac success %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Success R² — explained variance (success head)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Time MAE — minutes error on evacuation time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Time R² — explained variance (time head)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Runtime — ONNX Runtime vs OpenVINO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Gates passed — all promotion checks true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Research preview — failed R² or parity gates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Hybrid policy — which head (k-NN vs neural) drove live spot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Feature importance — permutation on validation fold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Live success/time — current dashboard prediction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Disaster history &amp; export</a:t>
            </a:r>
          </a:p>
        </p:txBody>
      </p:sp>
      <p:pic>
        <p:nvPicPr>
          <p:cNvPr id="3" name="Picture 2" descr="05-history-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6400800" cy="90633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28016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2E8F0"/>
                </a:solidFill>
              </a:defRPr>
            </a:pPr>
            <a:r>
              <a:t>Tables: disaster_snapshots, hazard_events, evacuation_predictions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Written on sync/evo/evo13/external_ai runs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Charts: high-risk spots, alerts/quakes per run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Export: JSON, CSV ZIP, SQLite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Neon Postgres when DATABASE_URL set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Neural Compute Stick &amp; OpenVINO</a:t>
            </a:r>
          </a:p>
        </p:txBody>
      </p:sp>
      <p:pic>
        <p:nvPicPr>
          <p:cNvPr id="3" name="Picture 2" descr="diagram-ncs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11155680" cy="6120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OpenVINO = driver · NCS = optional USB hardware · see docs/NCS_SETUP.md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Edge inference with Intel NCS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NCS2 (Myriad X) or NCS1 (Myriad 2) via USB on local Mac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OpenVINO MYRIAD plugin compiles same evo1.2.xml as cloud CPU path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Dashboard Inference device: Auto / CPU / NCS1 / NCS2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POST /api/evo/accelerator — hot-swap without API restart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Vercel shows banner: cloud has no USB — CPU only in production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docs/NCS_SETUP.md — full install guide (OpenVINO is the driver, not separate from NCS)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Feature vector &amp;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Numeric: log-scaled occupancy, density, hazard severity/magnitude/distance/depth, …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Categorical: site category, scenario, event_type, hazard_source → one-hot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StandardScaler fit on training fold; schema in feature_schema.json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Live-flow UI shows each edge as raw → scaled tensor values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k-NN operates in hand-crafted distance space; MLP/LGBM in scaled ℝⁿ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Path to 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Now: research preview live at evac-evo.vercel.app with Evo 1.2 hybrid policy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After Colab training completes: copy artifacts → models/evo1.3/, git push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Oracle: git pull + systemctl restart emergency-api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Vercel: auto-deploy frontend on push to main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Optional: Neon DATABASE_URL for durable multi-region history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NCS: local Mac demonstrations; cloud remains CPU for public URL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Colab notebooks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docs/colab/ — add exported notebooks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Evo_1_2_Training.ipynb — grouped CV, ONNX/OpenVINO export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Evo_1_3_Training.ipynb — Phase B supervised training with preflight guard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After export: place notebooks in docs/colab/ for presentation appendix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Training outputs: validation_report.json drives promotion_recommendation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8BDF8"/>
                </a:solidFill>
              </a:defRPr>
            </a:pPr>
            <a:r>
              <a:t>evac-evo.vercel.app</a:t>
            </a:r>
          </a:p>
          <a:p>
            <a:pPr>
              <a:spcAft>
                <a:spcPts val="800"/>
              </a:spcAft>
              <a:defRPr sz="2000">
                <a:solidFill>
                  <a:srgbClr val="38BDF8"/>
                </a:solidFill>
              </a:defRPr>
            </a:pPr>
            <a:r>
              <a:t>github.com/rvkshn-10/Evo</a:t>
            </a:r>
          </a:p>
          <a:p>
            <a:pPr>
              <a:spcAft>
                <a:spcPts val="800"/>
              </a:spcAft>
              <a:defRPr sz="2000">
                <a:solidFill>
                  <a:srgbClr val="38BDF8"/>
                </a:solidFill>
              </a:defRPr>
            </a:pPr>
            <a:r>
              <a:t>docs/NCS_SETUP.md · docs/Evo_PhD_Deck.pptx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