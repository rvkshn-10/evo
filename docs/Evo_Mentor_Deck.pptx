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8BDF8"/>
                </a:solidFill>
              </a:defRPr>
            </a:pPr>
            <a:r>
              <a:t>Evacuation intelligence for FCUSD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Live dashboard: evac-evo.vercel.app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GitHub: github.com/rvkshn-10/Evo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School emergencies need faster, data-driven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Hazards arrive from many feeds — weather, earthquakes, wildfire, transit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Occupancy changes minute by minute across campuses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Evacuation success and time depend on site layout, crowd density, and routes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Staff need one view: what's happening, who's at risk, how long evacuation may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Evo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Ingests live hazard feeds (NOAA, USGS, GDACS, NASA FIRMS, FEMA IPAWS)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Reads PeopleSense occupancy for FCUSD monitoring spots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Predicts evacuation success % and time per site using ML (Evo 1.2 hybrid)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Publishes an interactive map dashboard + run history and exports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Optional AI agent pipeline for research and broadcast (Gemini / OpenAI)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8BDF8"/>
                </a:solidFill>
              </a:defRPr>
            </a:pPr>
            <a:r>
              <a:t>Browser  →  Vercel (Evo dashboard UI)</a:t>
            </a:r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</a:defRPr>
            </a:pPr>
            <a:r>
              <a:t>         →  Oracle Cloud VM :8092 (FastAPI)</a:t>
            </a:r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</a:defRPr>
            </a:pPr>
            <a:r>
              <a:t>                ├── Hazard feeds + PeopleSense GET API</a:t>
            </a:r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</a:defRPr>
            </a:pPr>
            <a:r>
              <a:t>                ├── Evo 1.2 ONNX / OpenVINO inference (CPU in cloud)</a:t>
            </a:r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</a:defRPr>
            </a:pPr>
            <a:r>
              <a:t>                └── Disaster history (SQLite or Neon Postgres)</a:t>
            </a:r>
          </a:p>
          <a:p>
            <a:pPr>
              <a:spcAft>
                <a:spcPts val="400"/>
              </a:spcAft>
              <a:defRPr sz="18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</a:defRPr>
            </a:pPr>
            <a:r>
              <a:t>Local Mac (optional): USB Neural Compute Stick via OpenVINO MYRIAD</a:t>
            </a:r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</a:defRPr>
            </a:pPr>
            <a:r>
              <a:t>         →  localhost:5173 + localhost:8092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https://evac-evo.vercel.app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Map layers: earthquakes, weather/hazards, monitoring spots, heatmap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Evacuation predictions table: occupancy, evac rate, time, risk, model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Run modes: Sync (free) · Evo 1.2 hybrid (production) · Evo 1.3 (research)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Model panel: live inference trace, validation metrics, loss curves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History: charts, high-risk log, CSV/ZIP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NOAA / NWS — active alerts for California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USGS — earthquake early warning feed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GDACS · NASA FIRMS · FEMA IPAWS — global hazard context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PeopleSense — FCUSD occupancy (Raspberry Pi → PeopleSense DB → our GET API)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FCUSD reference dataset — 4,082 evacuation modeling records (drill history)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Evo 1.2 hybrid (production policy)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Dual-head model: evacuation success % + evacuation time (minutes)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Hybrid policy: k-NN for success where data is thin; neural net for time on Train Station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Trained on FCUSD reference + live hazard features — no paid API per refresh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Exported ONNX + OpenVINO for fast CPU inference (&lt;1 ms p95 on cloud)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Honest limitation: success R² hits a data ceiling without measured drill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Evo 1.2 validation (Phase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Refreshed June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Success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1.647%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&lt; 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8BDF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Success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0.184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≥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BBF24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Time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0.830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&lt; 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8BDF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Time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0.636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≥ 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BBF24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OpenVINO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0.341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&lt; 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8BDF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72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Classification: DATA_CEILING — live feeds add features, not evacuation labels.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Production policy unchanged: Evo 1.2 hybrid on the live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Evo 1.3 (research path)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Supervised by measured drill outcomes — not just occupancy or hazard feeds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Joins timestamped PeopleSense samples to real success % and evac time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Adds egress geometry (exits, route length, blockage fraction)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Trainer refuses to run until preflight passes (data-first guardrails)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Dashboard mode labeled research only — not for official FCUSD operations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Phase B — what unlocks better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Measured real_outcomes.json from FCUSD evacuation drills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Drill-timestamp PeopleSense XML for Vista del Lago, Folsom High, Cordova Park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Confirmed GPS + GGV2 Group IDs in monitoring_locations.json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Egress measurements where available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Repeated drills across occupancy levels and blocked-route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Mentor demo (synthetic Phase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Pipeline proof while real drills are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Synthetic drill outcomes + aligned PeopleSense XML in data/incoming/evo1.3/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Preflight can pass → Evo 1.3 trainer runs end-to-end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Clearly labeled NOT FOR PRODUCTION — illustrative numbers only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Shows mentors: the system works when FCUSD supplies real labeled data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Validation gates may still fail until enough real drill rows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Neural Compute Stick (local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Intel NCS1/NCS2 USB stick works only on the Mac running python3 main.py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Vercel / Oracle cloud has no USB — production inference is CPU-only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OpenVINO MYRIAD plugin drives the stick on localhost:5173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Cloud site shows a banner explaining this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Deployment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UI: Vercel — evac-evo.vercel.app (auto-deploy from GitHub)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API: Oracle Always Free ARM VM (FastAPI on port 8092)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Default run mode: Sync only (no API credits)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Recommended for demos: Evo 1.2 hybrid (production policy)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Research preview disclaimer in dashboard footer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 need from FCUSD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To move from research preview → validated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8BDF8"/>
                </a:solidFill>
              </a:defRPr>
            </a:pPr>
            <a:r>
              <a:t>Schedule evacuation drills with measured outcomes at key sites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PeopleSense exports at drill start, during, and completion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Confirm site coordinates and GGV2 sensor mapping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Review dashboard with safety staff — feedback on predictions and UX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Operational sign-off before any live evacuation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Evo · FCUSD research preview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8BDF8"/>
                </a:solidFill>
              </a:defRPr>
            </a:pPr>
            <a:r>
              <a:t>Dashboard: evac-evo.vercel.app</a:t>
            </a:r>
          </a:p>
          <a:p>
            <a:pPr>
              <a:spcAft>
                <a:spcPts val="800"/>
              </a:spcAft>
              <a:defRPr sz="2000">
                <a:solidFill>
                  <a:srgbClr val="38BDF8"/>
                </a:solidFill>
              </a:defRPr>
            </a:pPr>
            <a:r>
              <a:t>Code: github.com/rvkshn-10/Evo</a:t>
            </a:r>
          </a:p>
          <a:p>
            <a:pPr>
              <a:spcAft>
                <a:spcPts val="800"/>
              </a:spcAft>
              <a:defRPr sz="2000">
                <a:solidFill>
                  <a:srgbClr val="38BDF8"/>
                </a:solidFill>
              </a:defRPr>
            </a:pPr>
            <a:r>
              <a:t>Contact: ravipothanngaari@gmail.com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